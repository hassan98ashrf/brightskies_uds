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3" r:id="rId4"/>
    <p:sldId id="274" r:id="rId5"/>
    <p:sldId id="275" r:id="rId6"/>
    <p:sldId id="277" r:id="rId7"/>
    <p:sldId id="276" r:id="rId8"/>
    <p:sldId id="278" r:id="rId9"/>
    <p:sldId id="280" r:id="rId10"/>
    <p:sldId id="281" r:id="rId11"/>
    <p:sldId id="282" r:id="rId12"/>
    <p:sldId id="279" r:id="rId13"/>
    <p:sldId id="283" r:id="rId14"/>
    <p:sldId id="272" r:id="rId15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17"/>
      <p:bold r:id="rId18"/>
      <p:italic r:id="rId19"/>
      <p:boldItalic r:id="rId20"/>
    </p:embeddedFont>
    <p:embeddedFont>
      <p:font typeface="Barlow Semi Condensed Medium" panose="00000606000000000000" pitchFamily="2" charset="0"/>
      <p:regular r:id="rId21"/>
      <p:bold r:id="rId22"/>
      <p:italic r:id="rId23"/>
      <p:boldItalic r:id="rId24"/>
    </p:embeddedFont>
    <p:embeddedFont>
      <p:font typeface="Fjalla One" panose="02000506040000020004" pitchFamily="2" charset="0"/>
      <p:regular r:id="rId25"/>
    </p:embeddedFont>
    <p:embeddedFont>
      <p:font typeface="Roboto Condensed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gRfj/WsAl/AKkAQtsy4DmfX7Rn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4" name="Google Shape;16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835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176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796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381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765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5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425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0283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818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008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4" name="Google Shape;18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425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2e26916e21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5" name="Google Shape;2175;g2e26916e21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50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50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50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50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50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" name="Google Shape;13;p50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5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50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5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50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0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0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50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5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50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6" name="Google Shape;46;p51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" name="Google Shape;47;p51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" name="Google Shape;48;p51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49" name="Google Shape;49;p5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51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54" name="Google Shape;54;p5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60;p51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51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2" name="Google Shape;62;p51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63" name="Google Shape;63;p5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51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0" name="Google Shape;70;p5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5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5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51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5" name="Google Shape;75;p5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5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5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51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0" name="Google Shape;80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51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4" name="Google Shape;84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3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9pPr>
          </a:lstStyle>
          <a:p>
            <a:endParaRPr/>
          </a:p>
        </p:txBody>
      </p:sp>
      <p:sp>
        <p:nvSpPr>
          <p:cNvPr id="155" name="Google Shape;155;p73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56" name="Google Shape;156;p73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 b="0" i="0" u="none" strike="noStrike" cap="non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 b="0" i="0" u="none" strike="noStrike" cap="non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 b="0" i="0" u="none" strike="noStrike" cap="non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 b="0" i="0" u="none" strike="noStrike" cap="non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400" b="0" i="0" u="none" strike="noStrike" cap="none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57" name="Google Shape;157;p7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73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7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7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1" name="Google Shape;161;p73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62" name="Google Shape;162;p7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73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69" name="Google Shape;169;p7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73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74" name="Google Shape;174;p7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7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79" name="Google Shape;179;p7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73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86" name="Google Shape;186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9" name="Google Shape;189;p73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0" name="Google Shape;190;p7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1" name="Google Shape;191;p73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92" name="Google Shape;192;p7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93" name="Google Shape;193;p7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7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200" name="Google Shape;200;p7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7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205" name="Google Shape;205;p7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73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3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3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3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3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3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7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216" name="Google Shape;216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7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220" name="Google Shape;220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7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224" name="Google Shape;224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2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52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230" name="Google Shape;230;p52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231" name="Google Shape;231;p52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232" name="Google Shape;232;p52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233" name="Google Shape;233;p52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234" name="Google Shape;234;p52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235" name="Google Shape;235;p52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236" name="Google Shape;236;p52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237" name="Google Shape;237;p52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52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52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2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243" name="Google Shape;243;p5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244" name="Google Shape;244;p5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5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5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8" name="Google Shape;248;p5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9" name="Google Shape;249;p5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0" name="Google Shape;250;p5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51" name="Google Shape;251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5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8" name="Google Shape;258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" name="Google Shape;262;p5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63" name="Google Shape;263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67" name="Google Shape;267;p5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68" name="Google Shape;268;p5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9" name="Google Shape;269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5" name="Google Shape;275;p5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6" name="Google Shape;276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5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81" name="Google Shape;281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5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5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3" name="Google Shape;293;p5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5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8" name="Google Shape;298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01" name="Google Shape;301;p5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5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3" name="Google Shape;303;p5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5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5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55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10" name="Google Shape;310;p55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11" name="Google Shape;311;p55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12" name="Google Shape;312;p55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13" name="Google Shape;313;p55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14" name="Google Shape;314;p55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315" name="Google Shape;315;p55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316" name="Google Shape;316;p55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55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18" name="Google Shape;318;p55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319" name="Google Shape;319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55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324" name="Google Shape;324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8" name="Google Shape;328;p55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329" name="Google Shape;329;p5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5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5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5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56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38" name="Google Shape;338;p56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39" name="Google Shape;339;p56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40" name="Google Shape;340;p56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41" name="Google Shape;341;p56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42" name="Google Shape;342;p56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43" name="Google Shape;343;p56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344" name="Google Shape;344;p56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345" name="Google Shape;345;p5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5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" name="Google Shape;347;p5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48" name="Google Shape;348;p5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349" name="Google Shape;349;p5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5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5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5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5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354" name="Google Shape;354;p5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5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5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5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5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361" name="Google Shape;361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4" name="Google Shape;364;p5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5" name="Google Shape;365;p5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366" name="Google Shape;366;p5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5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5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5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5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373" name="Google Shape;373;p5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5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378" name="Google Shape;378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7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83" name="Google Shape;383;p5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84" name="Google Shape;384;p5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85" name="Google Shape;385;p5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86" name="Google Shape;386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5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93" name="Google Shape;393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" name="Google Shape;397;p5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98" name="Google Shape;398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02" name="Google Shape;402;p5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03" name="Google Shape;403;p5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404" name="Google Shape;404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5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411" name="Google Shape;411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" name="Google Shape;415;p5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416" name="Google Shape;416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" name="Google Shape;420;p5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421" name="Google Shape;421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5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425" name="Google Shape;425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8" name="Google Shape;428;p5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429" name="Google Shape;429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" name="Google Shape;432;p5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433" name="Google Shape;433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36" name="Google Shape;436;p5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7" name="Google Shape;437;p5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38" name="Google Shape;438;p5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5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444" name="Google Shape;444;p58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445" name="Google Shape;445;p58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6" name="Google Shape;446;p58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7" name="Google Shape;447;p58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8" name="Google Shape;448;p58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9" name="Google Shape;449;p5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58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6" name="Google Shape;456;p5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58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8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8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8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8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8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58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7" name="Google Shape;467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58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71" name="Google Shape;471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58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5" name="Google Shape;475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8" name="Google Shape;478;p58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9" name="Google Shape;479;p58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0" name="Google Shape;480;p58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81" name="Google Shape;481;p5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58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8" name="Google Shape;488;p5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58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93" name="Google Shape;493;p5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58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8" name="Google Shape;498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58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502" name="Google Shape;502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59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507" name="Google Shape;507;p59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9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59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10" name="Google Shape;510;p59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511" name="Google Shape;511;p59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59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3" name="Google Shape;513;p59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4" name="Google Shape;514;p59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15" name="Google Shape;515;p59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516" name="Google Shape;516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oogle Shape;522;p59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523" name="Google Shape;523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7" name="Google Shape;527;p59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528" name="Google Shape;528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2" name="Google Shape;532;p59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533" name="Google Shape;533;p59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59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59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59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59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59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9" name="Google Shape;539;p59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540" name="Google Shape;54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43" name="Google Shape;543;p59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4" name="Google Shape;544;p59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5" name="Google Shape;545;p59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46" name="Google Shape;546;p59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547" name="Google Shape;547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3" name="Google Shape;553;p59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554" name="Google Shape;554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59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559" name="Google Shape;559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3" name="Google Shape;563;p59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9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9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9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9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9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59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570" name="Google Shape;57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" name="Google Shape;573;p59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574" name="Google Shape;574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0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79" name="Google Shape;579;p60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0" name="Google Shape;580;p60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81" name="Google Shape;581;p6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82" name="Google Shape;582;p6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60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587" name="Google Shape;587;p6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3" name="Google Shape;593;p6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6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95" name="Google Shape;595;p6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96" name="Google Shape;596;p6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2" name="Google Shape;602;p6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603" name="Google Shape;603;p6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7" name="Google Shape;607;p6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608" name="Google Shape;608;p6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6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613" name="Google Shape;613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6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617" name="Google Shape;617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1"/>
          <p:cNvSpPr txBox="1">
            <a:spLocks noGrp="1"/>
          </p:cNvSpPr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22" name="Google Shape;622;p61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3" name="Google Shape;623;p61"/>
          <p:cNvSpPr txBox="1">
            <a:spLocks noGrp="1"/>
          </p:cNvSpPr>
          <p:nvPr>
            <p:ph type="title" idx="2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24" name="Google Shape;624;p61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5" name="Google Shape;625;p61"/>
          <p:cNvSpPr txBox="1">
            <a:spLocks noGrp="1"/>
          </p:cNvSpPr>
          <p:nvPr>
            <p:ph type="title" idx="4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26" name="Google Shape;626;p61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27" name="Google Shape;627;p6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8" name="Google Shape;628;p6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p6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p6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31" name="Google Shape;631;p6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632" name="Google Shape;632;p6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639" name="Google Shape;639;p6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6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644" name="Google Shape;644;p6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6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649" name="Google Shape;649;p6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6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656" name="Google Shape;65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9" name="Google Shape;659;p6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0" name="Google Shape;660;p6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1" name="Google Shape;661;p6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62" name="Google Shape;662;p6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663" name="Google Shape;663;p6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6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670" name="Google Shape;670;p6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p6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75" name="Google Shape;675;p6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6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86" name="Google Shape;68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6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90" name="Google Shape;690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6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94" name="Google Shape;694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2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99" name="Google Shape;699;p62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0" name="Google Shape;700;p62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1" name="Google Shape;701;p62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2" name="Google Shape;702;p62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703" name="Google Shape;703;p6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6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62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708" name="Google Shape;708;p6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6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6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6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6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6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62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715" name="Google Shape;715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8" name="Google Shape;718;p62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19" name="Google Shape;719;p62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720" name="Google Shape;720;p6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6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6" name="Google Shape;726;p62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27" name="Google Shape;727;p6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6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62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32" name="Google Shape;732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" name="Google Shape;736;p6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737" name="Google Shape;737;p63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3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63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740" name="Google Shape;740;p6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741" name="Google Shape;741;p6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63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6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6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45" name="Google Shape;745;p6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746" name="Google Shape;746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2" name="Google Shape;752;p6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753" name="Google Shape;753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7" name="Google Shape;757;p6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758" name="Google Shape;758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2" name="Google Shape;762;p6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763" name="Google Shape;763;p6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6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6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6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6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9" name="Google Shape;769;p6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770" name="Google Shape;77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73" name="Google Shape;773;p6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4" name="Google Shape;774;p6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5" name="Google Shape;775;p6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76" name="Google Shape;776;p6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777" name="Google Shape;777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3" name="Google Shape;783;p6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784" name="Google Shape;784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8" name="Google Shape;788;p6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789" name="Google Shape;789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3" name="Google Shape;793;p63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3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63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3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3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3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6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800" name="Google Shape;80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6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804" name="Google Shape;804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7" name="Google Shape;807;p63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9" name="Google Shape;809;p6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0" name="Google Shape;810;p64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811" name="Google Shape;811;p6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12" name="Google Shape;812;p6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813" name="Google Shape;813;p6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6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6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6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818" name="Google Shape;818;p6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4" name="Google Shape;824;p6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5" name="Google Shape;825;p6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26" name="Google Shape;826;p6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827" name="Google Shape;827;p6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6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6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6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6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6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834" name="Google Shape;834;p6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6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6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6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6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839" name="Google Shape;839;p6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6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6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44" name="Google Shape;844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7" name="Google Shape;847;p6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48" name="Google Shape;848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64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52" name="Google Shape;852;p64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53" name="Google Shape;853;p64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54" name="Google Shape;854;p64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64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56" name="Google Shape;856;p64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5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9" name="Google Shape;859;p65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60" name="Google Shape;860;p65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1" name="Google Shape;861;p65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62" name="Google Shape;862;p65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3" name="Google Shape;863;p65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64" name="Google Shape;864;p65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5" name="Google Shape;865;p65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66" name="Google Shape;866;p65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7" name="Google Shape;867;p65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68" name="Google Shape;868;p65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9" name="Google Shape;869;p65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70" name="Google Shape;870;p65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71" name="Google Shape;871;p65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2" name="Google Shape;872;p65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3" name="Google Shape;873;p65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4" name="Google Shape;874;p65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5" name="Google Shape;875;p65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876" name="Google Shape;876;p6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65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83" name="Google Shape;883;p6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65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88" name="Google Shape;888;p6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65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93" name="Google Shape;893;p6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65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900" name="Google Shape;90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3" name="Google Shape;903;p65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4" name="Google Shape;904;p65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5" name="Google Shape;905;p65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06" name="Google Shape;906;p65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907" name="Google Shape;907;p6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" name="Google Shape;913;p65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914" name="Google Shape;914;p6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65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919" name="Google Shape;919;p6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p65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5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5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5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5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65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9" name="Google Shape;929;p6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930" name="Google Shape;93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65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934" name="Google Shape;934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6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39" name="Google Shape;939;p66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940" name="Google Shape;940;p6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1" name="Google Shape;941;p6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2" name="Google Shape;942;p6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943" name="Google Shape;943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7" name="Google Shape;947;p6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948" name="Google Shape;948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2" name="Google Shape;952;p6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953" name="Google Shape;953;p6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6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6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6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6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6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9" name="Google Shape;959;p66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60" name="Google Shape;960;p66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61" name="Google Shape;961;p66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62" name="Google Shape;962;p66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63" name="Google Shape;963;p66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64" name="Google Shape;964;p66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6" name="Google Shape;966;p67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7" name="Google Shape;967;p67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968" name="Google Shape;968;p67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69" name="Google Shape;969;p67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970" name="Google Shape;970;p6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p67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75" name="Google Shape;975;p6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6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81" name="Google Shape;981;p67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2" name="Google Shape;982;p67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83" name="Google Shape;983;p67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84" name="Google Shape;984;p6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0" name="Google Shape;990;p67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991" name="Google Shape;991;p6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7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996" name="Google Shape;996;p6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6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001" name="Google Shape;1001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67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005" name="Google Shape;1005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p67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09" name="Google Shape;1009;p67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10" name="Google Shape;1010;p67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11" name="Google Shape;1011;p67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12" name="Google Shape;1012;p67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13" name="Google Shape;1013;p67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5" name="Google Shape;1015;p68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1016" name="Google Shape;1016;p68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68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68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9" name="Google Shape;1019;p68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020" name="Google Shape;1020;p68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1" name="Google Shape;1021;p68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2" name="Google Shape;1022;p68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3" name="Google Shape;1023;p68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4" name="Google Shape;1024;p68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025" name="Google Shape;1025;p6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68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32" name="Google Shape;1032;p6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6" name="Google Shape;1036;p68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37" name="Google Shape;1037;p6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Google Shape;1041;p68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42" name="Google Shape;1042;p6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6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68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49" name="Google Shape;104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2" name="Google Shape;1052;p68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3" name="Google Shape;1053;p68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4" name="Google Shape;1054;p68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55" name="Google Shape;1055;p68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56" name="Google Shape;1056;p6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p68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63" name="Google Shape;1063;p6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p68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68" name="Google Shape;1068;p6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68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8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8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8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8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8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68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79" name="Google Shape;107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68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83" name="Google Shape;1083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68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87" name="Google Shape;1087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0" name="Google Shape;1090;p68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69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3" name="Google Shape;1093;p69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094" name="Google Shape;1094;p69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5" name="Google Shape;1095;p69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6" name="Google Shape;1096;p69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97" name="Google Shape;1097;p69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098" name="Google Shape;1098;p6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69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103" name="Google Shape;1103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69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110" name="Google Shape;1110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13" name="Google Shape;1113;p69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14" name="Google Shape;1114;p69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115" name="Google Shape;1115;p6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1" name="Google Shape;1121;p69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122" name="Google Shape;1122;p6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69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127" name="Google Shape;1127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30" name="Google Shape;1130;p69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1" name="Google Shape;1131;p69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2" name="Google Shape;1132;p69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3" name="Google Shape;1133;p69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34" name="Google Shape;1134;p69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135" name="Google Shape;1135;p6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6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69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142" name="Google Shape;1142;p6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69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147" name="Google Shape;1147;p6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69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152" name="Google Shape;1152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69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159" name="Google Shape;1159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70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164" name="Google Shape;1164;p70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5" name="Google Shape;1165;p70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6" name="Google Shape;1166;p70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67" name="Google Shape;1167;p70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168" name="Google Shape;1168;p7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7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7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7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7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7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4" name="Google Shape;1174;p70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175" name="Google Shape;1175;p7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7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7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7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9" name="Google Shape;1179;p70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70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0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70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70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0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70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186" name="Google Shape;1186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9" name="Google Shape;1189;p70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190" name="Google Shape;1190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70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194" name="Google Shape;1194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97" name="Google Shape;1197;p70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8" name="Google Shape;1198;p70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99" name="Google Shape;1199;p70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00" name="Google Shape;1200;p7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7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7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7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7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7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70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07" name="Google Shape;1207;p7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7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7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7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70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12" name="Google Shape;1212;p7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7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7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7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6" name="Google Shape;1216;p70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17" name="Google Shape;1217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0" name="Google Shape;1220;p70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21" name="Google Shape;1221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1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6" name="Google Shape;1226;p71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27" name="Google Shape;1227;p71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28" name="Google Shape;1228;p71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9" name="Google Shape;1229;p71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0" name="Google Shape;1230;p71"/>
          <p:cNvSpPr txBox="1">
            <a:spLocks noGrp="1"/>
          </p:cNvSpPr>
          <p:nvPr>
            <p:ph type="title" idx="5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31" name="Google Shape;1231;p71"/>
          <p:cNvSpPr txBox="1">
            <a:spLocks noGrp="1"/>
          </p:cNvSpPr>
          <p:nvPr>
            <p:ph type="title" idx="6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232" name="Google Shape;1232;p7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233" name="Google Shape;1233;p7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34" name="Google Shape;1234;p7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235" name="Google Shape;1235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1" name="Google Shape;1241;p7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42" name="Google Shape;1242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6" name="Google Shape;1246;p7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247" name="Google Shape;1247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51" name="Google Shape;1251;p7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52" name="Google Shape;1252;p7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253" name="Google Shape;1253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9" name="Google Shape;1259;p7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260" name="Google Shape;1260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4" name="Google Shape;1264;p7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265" name="Google Shape;1265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9" name="Google Shape;1269;p7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270" name="Google Shape;1270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3" name="Google Shape;1273;p7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274" name="Google Shape;1274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7" name="Google Shape;1277;p7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278" name="Google Shape;1278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1" name="Google Shape;1281;p7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282" name="Google Shape;1282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85" name="Google Shape;1285;p7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6" name="Google Shape;1286;p7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87" name="Google Shape;1287;p7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7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7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2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1293" name="Google Shape;1293;p7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294" name="Google Shape;1294;p72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5" name="Google Shape;1295;p72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96" name="Google Shape;1296;p7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297" name="Google Shape;1297;p7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7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7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7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1" name="Google Shape;1301;p72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1302" name="Google Shape;1302;p7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7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8" name="Google Shape;1308;p7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9" name="Google Shape;1309;p7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10" name="Google Shape;1310;p7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311" name="Google Shape;1311;p7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7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7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7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7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7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7" name="Google Shape;1317;p7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318" name="Google Shape;1318;p7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7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7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7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7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323" name="Google Shape;1323;p7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7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7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7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p7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328" name="Google Shape;1328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1" name="Google Shape;1331;p7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332" name="Google Shape;1332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4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337" name="Google Shape;1337;p74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338" name="Google Shape;1338;p74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39" name="Google Shape;1339;p7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340" name="Google Shape;1340;p7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341" name="Google Shape;1341;p7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342" name="Google Shape;1342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8" name="Google Shape;1348;p7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349" name="Google Shape;1349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3" name="Google Shape;1353;p7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54" name="Google Shape;1354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8" name="Google Shape;1358;p7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359" name="Google Shape;1359;p7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60" name="Google Shape;1360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7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7" name="Google Shape;1367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1" name="Google Shape;1371;p7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372" name="Google Shape;1372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6" name="Google Shape;1376;p7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377" name="Google Shape;1377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0" name="Google Shape;1380;p7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381" name="Google Shape;1381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7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385" name="Google Shape;1385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8" name="Google Shape;1388;p7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389" name="Google Shape;1389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92" name="Google Shape;1392;p7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3" name="Google Shape;1393;p7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94" name="Google Shape;1394;p7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7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7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7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77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00" name="Google Shape;1400;p77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sz="1400" b="0" i="0" u="none" strike="noStrike" cap="non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401" name="Google Shape;1401;p7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2" name="Google Shape;1402;p7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03" name="Google Shape;1403;p7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04" name="Google Shape;1404;p7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405" name="Google Shape;1405;p7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7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7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7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1" name="Google Shape;1411;p7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412" name="Google Shape;1412;p7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7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7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7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7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7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7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7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7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7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2" name="Google Shape;1422;p7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423" name="Google Shape;1423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6" name="Google Shape;1426;p7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427" name="Google Shape;1427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0" name="Google Shape;1430;p7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431" name="Google Shape;1431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34" name="Google Shape;1434;p7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5" name="Google Shape;1435;p7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36" name="Google Shape;1436;p7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437" name="Google Shape;1437;p7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7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7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7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7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7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7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444" name="Google Shape;1444;p7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7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7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7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8" name="Google Shape;1448;p7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449" name="Google Shape;1449;p7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7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7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7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p7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454" name="Google Shape;1454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p7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458" name="Google Shape;1458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3" name="Google Shape;1463;p7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4" name="Google Shape;1464;p7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5" name="Google Shape;1465;p7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6" name="Google Shape;1466;p7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67" name="Google Shape;1467;p7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468" name="Google Shape;1468;p7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7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7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7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7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7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4" name="Google Shape;1474;p7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475" name="Google Shape;1475;p7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7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7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7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9" name="Google Shape;1479;p7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480" name="Google Shape;1480;p7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7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7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7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4" name="Google Shape;1484;p7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485" name="Google Shape;1485;p7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7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7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7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7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7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1" name="Google Shape;1491;p7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492" name="Google Shape;149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5" name="Google Shape;1495;p7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6" name="Google Shape;1496;p7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7" name="Google Shape;1497;p7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498" name="Google Shape;1498;p7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499" name="Google Shape;1499;p7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7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7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7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7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7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5" name="Google Shape;1505;p7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506" name="Google Shape;1506;p7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7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511" name="Google Shape;1511;p7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7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7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7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7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7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7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7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7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522" name="Google Shape;152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7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526" name="Google Shape;1526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7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530" name="Google Shape;1530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80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535" name="Google Shape;1535;p8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36" name="Google Shape;1536;p8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537" name="Google Shape;1537;p8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538" name="Google Shape;1538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8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543" name="Google Shape;1543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8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548" name="Google Shape;1548;p8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8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8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8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8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8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5" name="Google Shape;1555;p8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556" name="Google Shape;1556;p8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557" name="Google Shape;1557;p8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558" name="Google Shape;1558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4" name="Google Shape;1564;p8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565" name="Google Shape;1565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9" name="Google Shape;1569;p8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570" name="Google Shape;1570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74" name="Google Shape;1574;p8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575" name="Google Shape;1575;p8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576" name="Google Shape;1576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2" name="Google Shape;1582;p8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583" name="Google Shape;1583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7" name="Google Shape;1587;p8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88" name="Google Shape;1588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2" name="Google Shape;1592;p8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93" name="Google Shape;1593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6" name="Google Shape;1596;p8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97" name="Google Shape;1597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8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01" name="Google Shape;1601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4" name="Google Shape;1604;p8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05" name="Google Shape;1605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08" name="Google Shape;1608;p8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9" name="Google Shape;1609;p8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10" name="Google Shape;1610;p8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8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8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8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1615;p8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616" name="Google Shape;1616;p8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7" name="Google Shape;1617;p82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8" name="Google Shape;1618;p8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9" name="Google Shape;1619;p8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620" name="Google Shape;1620;p8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621" name="Google Shape;1621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8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628" name="Google Shape;1628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8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633" name="Google Shape;1633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8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638" name="Google Shape;1638;p8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8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8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8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8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8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8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645" name="Google Shape;164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8" name="Google Shape;1648;p8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9" name="Google Shape;1649;p8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0" name="Google Shape;1650;p8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651" name="Google Shape;1651;p8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52" name="Google Shape;1652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8" name="Google Shape;1658;p8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59" name="Google Shape;1659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3" name="Google Shape;1663;p8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64" name="Google Shape;1664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82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82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82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82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82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82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4" name="Google Shape;1674;p8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75" name="Google Shape;167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p8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79" name="Google Shape;1679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1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1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0" name="Google Shape;1880;p1"/>
          <p:cNvSpPr txBox="1">
            <a:spLocks noGrp="1"/>
          </p:cNvSpPr>
          <p:nvPr>
            <p:ph type="ctrTitle"/>
          </p:nvPr>
        </p:nvSpPr>
        <p:spPr>
          <a:xfrm>
            <a:off x="4789650" y="1418642"/>
            <a:ext cx="4145030" cy="17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000" dirty="0"/>
              <a:t>Code Coverage Analysis with LCOV</a:t>
            </a:r>
            <a:endParaRPr lang="en-GB" sz="4000" dirty="0">
              <a:solidFill>
                <a:schemeClr val="dk2"/>
              </a:solidFill>
            </a:endParaRPr>
          </a:p>
        </p:txBody>
      </p:sp>
      <p:sp>
        <p:nvSpPr>
          <p:cNvPr id="1881" name="Google Shape;1881;p1"/>
          <p:cNvSpPr txBox="1">
            <a:spLocks noGrp="1"/>
          </p:cNvSpPr>
          <p:nvPr>
            <p:ph type="subTitle" idx="1"/>
          </p:nvPr>
        </p:nvSpPr>
        <p:spPr>
          <a:xfrm>
            <a:off x="5476031" y="3794733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Introduction</a:t>
            </a:r>
            <a:endParaRPr dirty="0"/>
          </a:p>
        </p:txBody>
      </p:sp>
      <p:sp>
        <p:nvSpPr>
          <p:cNvPr id="1887" name="Google Shape;1887;p2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What is Code Coverage?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Measures the extent to which your code is executed during testing.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Helps identify untested parts of your codebase.</a:t>
            </a: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Why is Code Coverage Important?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Ensures thorough testing. Improves code quality and reliability.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Helps maintain high standards for software development.</a:t>
            </a:r>
            <a:endParaRPr sz="20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0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Overview of LCOV</a:t>
            </a:r>
            <a:endParaRPr dirty="0"/>
          </a:p>
        </p:txBody>
      </p:sp>
      <p:sp>
        <p:nvSpPr>
          <p:cNvPr id="1887" name="Google Shape;1887;p2"/>
          <p:cNvSpPr txBox="1">
            <a:spLocks noGrp="1"/>
          </p:cNvSpPr>
          <p:nvPr>
            <p:ph type="body" idx="1"/>
          </p:nvPr>
        </p:nvSpPr>
        <p:spPr>
          <a:xfrm>
            <a:off x="716097" y="1152150"/>
            <a:ext cx="7866044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What is LCOV?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tool for code coverage analysis. 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It helps tester understand how much of their code is executed during testing.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Generates detailed coverage reports . </a:t>
            </a:r>
            <a:endParaRPr sz="20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0197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1597446" y="338328"/>
            <a:ext cx="531013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Overview of Google Test (</a:t>
            </a:r>
            <a:r>
              <a:rPr lang="en-GB" dirty="0" err="1"/>
              <a:t>Gtest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1887" name="Google Shape;1887;p2"/>
          <p:cNvSpPr txBox="1">
            <a:spLocks noGrp="1"/>
          </p:cNvSpPr>
          <p:nvPr>
            <p:ph type="body" idx="1"/>
          </p:nvPr>
        </p:nvSpPr>
        <p:spPr>
          <a:xfrm>
            <a:off x="719250" y="914328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What is Google Test?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A popular C++ testing framework by Google.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Facilitates writing and running C++ tests.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Simple syntax for writing tests.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Rich set of assertions for checking values.</a:t>
            </a:r>
          </a:p>
          <a:p>
            <a:pPr marL="342900" lvl="0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Supports automatic test discovery and execution.</a:t>
            </a:r>
            <a:endParaRPr sz="20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9283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1597446" y="338328"/>
            <a:ext cx="531013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Integrating LCOV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76F1BA-2095-27CD-4FD1-72F5849AF7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31" b="38093"/>
          <a:stretch/>
        </p:blipFill>
        <p:spPr>
          <a:xfrm>
            <a:off x="358048" y="1312262"/>
            <a:ext cx="8427904" cy="318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4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1597446" y="338328"/>
            <a:ext cx="531013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Integrating LCOV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6102E-5ABA-A97B-682C-4F694C966B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36" b="55451"/>
          <a:stretch/>
        </p:blipFill>
        <p:spPr>
          <a:xfrm>
            <a:off x="969484" y="1675819"/>
            <a:ext cx="7403335" cy="229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61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1597446" y="338328"/>
            <a:ext cx="531013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Integrating LCOV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4F84B-41F4-65A8-8091-DE2E8F4E65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61" r="18915" b="34022"/>
          <a:stretch/>
        </p:blipFill>
        <p:spPr>
          <a:xfrm>
            <a:off x="864824" y="1553379"/>
            <a:ext cx="7414352" cy="278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56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7347FC-B2DE-0206-FE17-DECB58B2B1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56" r="22771" b="9378"/>
          <a:stretch/>
        </p:blipFill>
        <p:spPr>
          <a:xfrm>
            <a:off x="1041094" y="410846"/>
            <a:ext cx="7061812" cy="432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6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LCOV for CANTP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33056-013F-0FC9-9BB2-E76636D337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47" r="3976" b="52022"/>
          <a:stretch/>
        </p:blipFill>
        <p:spPr>
          <a:xfrm>
            <a:off x="104660" y="1558198"/>
            <a:ext cx="8780443" cy="202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28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LCOV for CANTP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FFB42-1667-70BF-5886-E3BD872885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5" t="14762" r="13615" b="18164"/>
          <a:stretch/>
        </p:blipFill>
        <p:spPr>
          <a:xfrm>
            <a:off x="958468" y="1134738"/>
            <a:ext cx="7557572" cy="344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49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LCOV for UDS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0FBFEB-8089-94FD-0210-F8A3D62394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07" t="10263" r="3856" b="53736"/>
          <a:stretch/>
        </p:blipFill>
        <p:spPr>
          <a:xfrm>
            <a:off x="258896" y="1311009"/>
            <a:ext cx="8626207" cy="185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0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CB9605-7D1A-4117-16D9-8B38B1D996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76" t="16905" r="3736" b="25664"/>
          <a:stretch/>
        </p:blipFill>
        <p:spPr>
          <a:xfrm>
            <a:off x="352539" y="1095490"/>
            <a:ext cx="8438921" cy="2952520"/>
          </a:xfrm>
          <a:prstGeom prst="rect">
            <a:avLst/>
          </a:prstGeom>
        </p:spPr>
      </p:pic>
      <p:sp>
        <p:nvSpPr>
          <p:cNvPr id="5" name="Google Shape;1886;p2">
            <a:extLst>
              <a:ext uri="{FF2B5EF4-FFF2-40B4-BE49-F238E27FC236}">
                <a16:creationId xmlns:a16="http://schemas.microsoft.com/office/drawing/2014/main" id="{24AA22C0-9DBF-8C8A-6CA9-33E5CE6A5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LCOV for UDS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85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"/>
          <p:cNvSpPr txBox="1">
            <a:spLocks noGrp="1"/>
          </p:cNvSpPr>
          <p:nvPr>
            <p:ph type="title"/>
          </p:nvPr>
        </p:nvSpPr>
        <p:spPr>
          <a:xfrm>
            <a:off x="1597446" y="338328"/>
            <a:ext cx="531013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Conclusion</a:t>
            </a:r>
            <a:endParaRPr dirty="0"/>
          </a:p>
        </p:txBody>
      </p:sp>
      <p:sp>
        <p:nvSpPr>
          <p:cNvPr id="1887" name="Google Shape;1887;p2"/>
          <p:cNvSpPr txBox="1">
            <a:spLocks noGrp="1"/>
          </p:cNvSpPr>
          <p:nvPr>
            <p:ph type="body" idx="1"/>
          </p:nvPr>
        </p:nvSpPr>
        <p:spPr>
          <a:xfrm>
            <a:off x="719250" y="914328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Recap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Code coverage is vital for maintaining high code quality.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LCOV and </a:t>
            </a:r>
            <a:r>
              <a:rPr lang="en-GB" sz="2000" dirty="0" err="1">
                <a:latin typeface="Barlow Semi Condensed"/>
                <a:ea typeface="Barlow Semi Condensed"/>
                <a:cs typeface="Barlow Semi Condensed"/>
                <a:sym typeface="Barlow Semi Condensed"/>
              </a:rPr>
              <a:t>gtest</a:t>
            </a:r>
            <a:r>
              <a:rPr lang="en-GB" sz="20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provide powerful tools for coverage analysis.</a:t>
            </a:r>
          </a:p>
        </p:txBody>
      </p:sp>
    </p:spTree>
    <p:extLst>
      <p:ext uri="{BB962C8B-B14F-4D97-AF65-F5344CB8AC3E}">
        <p14:creationId xmlns:p14="http://schemas.microsoft.com/office/powerpoint/2010/main" val="2147055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2e26916e21c_0_65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Thanks!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180</Words>
  <Application>Microsoft Office PowerPoint</Application>
  <PresentationFormat>On-screen Show (16:9)</PresentationFormat>
  <Paragraphs>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Barlow Semi Condensed</vt:lpstr>
      <vt:lpstr>Roboto Condensed Light</vt:lpstr>
      <vt:lpstr>Arial</vt:lpstr>
      <vt:lpstr>Barlow Semi Condensed Medium</vt:lpstr>
      <vt:lpstr>Fjalla One</vt:lpstr>
      <vt:lpstr>Technology Consulting by Slidesgo</vt:lpstr>
      <vt:lpstr>Code Coverage Analysis with LCOV</vt:lpstr>
      <vt:lpstr>Introduction</vt:lpstr>
      <vt:lpstr>Overview of LCOV</vt:lpstr>
      <vt:lpstr>Overview of Google Test (Gtest)</vt:lpstr>
      <vt:lpstr>Integrating LCOV</vt:lpstr>
      <vt:lpstr>Integrating LCOV</vt:lpstr>
      <vt:lpstr>Integrating LCOV</vt:lpstr>
      <vt:lpstr>PowerPoint Presentation</vt:lpstr>
      <vt:lpstr>LCOV for CANTP</vt:lpstr>
      <vt:lpstr>LCOV for CANTP</vt:lpstr>
      <vt:lpstr>LCOV for UDS</vt:lpstr>
      <vt:lpstr>LCOV for UDS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hassan</dc:creator>
  <cp:lastModifiedBy>hassan171061@beng.bu.edu.eg</cp:lastModifiedBy>
  <cp:revision>11</cp:revision>
  <dcterms:modified xsi:type="dcterms:W3CDTF">2024-06-25T23:08:04Z</dcterms:modified>
</cp:coreProperties>
</file>